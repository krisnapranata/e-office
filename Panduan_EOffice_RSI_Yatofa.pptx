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ngantar" id="{fbfd19df-22bd-71a1-41b6-09e91a46e024}">
          <p14:sldIdLst>
            <p14:sldId id="256"/>
            <p14:sldId id="257"/>
          </p14:sldIdLst>
        </p14:section>
        <p14:section name="Cara kerja" id="{384bc6cb-44b6-a9f1-98ba-c8105c86d728}">
          <p14:sldIdLst>
            <p14:sldId id="258"/>
            <p14:sldId id="259"/>
            <p14:sldId id="260"/>
            <p14:sldId id="261"/>
          </p14:sldIdLst>
        </p14:section>
        <p14:section name="Fitur utama" id="{0a550699-dd61-d08f-4634-f7386adf20ee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ute belajar dan demo" id="{735642c8-f9ef-56a1-1de7-8872b21af44c}">
          <p14:sldIdLst>
            <p14:sldId id="268"/>
            <p14:sldId id="269"/>
            <p14:sldId id="270"/>
            <p14:sldId id="271"/>
            <p14:sldId id="272"/>
          </p14:sldIdLst>
        </p14:section>
        <p14:section name="Penutup" id="{7fafad69-815f-b5aa-13de-c195891b87b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E-Office memastikan setiap perintah Direktur tercatat, punya penanggung jawab dan tenggat, dikerjakan dengan bukti, diperiksa, lalu terlihat di satu dashboard. Gambar di kanan adalah dashboard Direktur dengan data contoh.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klasik kantor Direktur dan jawabannya di E-Office. Tekankan: tidak ada lagi perintah tanpa penanggung jawab, dan tidak ada lagi 'sudah' tanpa bukti.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cara kerja. Apa pun pintunya — surat, instruksi, rapat, atau perintah atasan — semuanya menjadi tugas yang sama. Tugas baru selesai setelah pemeriksa menyetujui hasil dan buktinya. Selama berjalan, sistem mengingatkan dan mengeskalasi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Delapan status ini muncul di daftar tugas dan dashboard. Dua hal yang sering membingungkan: Terlambat adalah penanda, bukan status; dan progres 100% belum berarti selesai sampai diverifikasi.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belas modul sesuai rancangan E-Office Direktur RS. Semuanya bermuara ke satu mesin tugas, sehingga Direktur cukup melihat satu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Hak akses diperiksa di server, bukan sekadar menyembunyikan tombol. Dokumen Rahasia hanya terlihat oleh pihak terlibat dan Direktur — auditor pun tidak.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RSI Yatofa sudah dimasukkan: 50 unit. Garis komando dipakai sistem untuk hak akses atasan dan tujuan eskalasi; komite dan SPI ditandai sebagai hubungan non-struktural sesuai bagan.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di gambar: unit Instalasi Farmasi dipilih dari pohon, jabatan otomatis 'Staf Instalasi Farmasi', dan atasan langsung otomatis kepala farmasi. Pegawai keluar cukup dinonaktifkan; riwayatnya tetap utuh.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data: instruksi audit troli emergensi ke tiga instalasi. IGD sudah Selesai, Rawat Inap menunggu verifikasi, IBS masih berjalan — semuanya terlihat dari satu halaman.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Contoh: perbaikan AC rawat inap. PIC melapor hambatan kompresor rusak dan meminta keputusan pembelian Rp 18,5 juta. Direktur melihatnya tanpa harus bertanya.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di data demo: stock opname obat high alert terlambat 6 hari dan belum diterima PIC — eskalasi sudah terkirim ke Kepala Instalasi Farmasi tanpa ada yang menagih.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pertama Direktur setelah login. Rutinitas yang disarankan: setiap pagi klik kartu Terlambat dan Terhambat.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untuk peserta yang ingin memahami alur sendiri. Semua akun demo memakai kata sandi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Auditor karena sistem menolak semua perubahan dari akun itu, jadi aman untuk diklik. Lalu Direktur sebagai pemberi perintah, sekretaris sebagai pencatat, dan Kabid sebagai penerus disposisi.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Lanjutkan ke pelaksana dan pemeriksa. Catatan: membuka disposisi atau tugas instruksi sebagai penerimanya mencatat status Dibaca; menekan Buka di notifikasi menandainya dibaca. Selama tidak menekan tombol aksi, data tidak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Siapkan dua jendela peramban: Direktur dan staf (jendela penyamaran). Sisihkan 5 menit untuk variasi: kembalikan hasil dengan Kembalikan untuk perbaikan agar audiens melihat status Perlu perbaikan.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ada 69 akun demo, satu atau lebih di setiap unit. Semua berawalan demo_ dan dapat dinonaktifkan sekaligus oleh administrator sistem.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usulan untuk didiskusikan, bukan keputusan. Langkah pertama yang paling menentukan adalah daftar pegawai asli per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480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297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E-Office RSI Yatofa · Panduan penggunaan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_LEMBU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E-Office RSI Yatofa · Panduan penggunaan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E-Office RSI Yatofa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Kendali perintah Direktur: dari surat masuk sampai pekerjaan selesai dan terverifikasi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penggunaan · Oktober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0" y="1188720"/>
            <a:ext cx="3840480" cy="1948900"/>
          </a:xfrm>
          <a:prstGeom prst="rect">
            <a:avLst/>
          </a:prstGeom>
          <a:solidFill>
            <a:schemeClr val="bg1"/>
          </a:solidFill>
          <a:ln w="9525">
            <a:solidFill>
              <a:srgbClr val="C9D7E8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pic>
        <p:nvPicPr>
          <p:cNvPr id="6" name="Image 0" descr="Tangkapan layar Executiv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3840480" cy="194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Masalah yang diselesaikan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3484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E-OFFICE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3DE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lisan/WA mudah terlupa, PIC tidak jelas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59352" y="1591056"/>
            <a:ext cx="34747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371600"/>
            <a:ext cx="42976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499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41" y="1596177"/>
            <a:ext cx="209215" cy="20921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74920" y="13716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perintah menjadi tugas ber-PIC, bertenggat, dan berkode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94560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3DE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194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Direktur menanyakan progres satu per satu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59352" y="2414016"/>
            <a:ext cx="34747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Shape 12"/>
          <p:cNvSpPr/>
          <p:nvPr/>
        </p:nvSpPr>
        <p:spPr>
          <a:xfrm>
            <a:off x="4389120" y="2194560"/>
            <a:ext cx="42976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26280" y="232257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41" y="2419137"/>
            <a:ext cx="209215" cy="20921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74920" y="2194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dan hambatan tampil di dashboard; setiap angka bisa diklik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3DEE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baru diketahui saat rapat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959352" y="3236976"/>
            <a:ext cx="34747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Shape 18"/>
          <p:cNvSpPr/>
          <p:nvPr/>
        </p:nvSpPr>
        <p:spPr>
          <a:xfrm>
            <a:off x="4389120" y="3017520"/>
            <a:ext cx="42976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26280" y="31455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41" y="3242097"/>
            <a:ext cx="209215" cy="20921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74920" y="30175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H-2 dan eskalasi ke atasan berjalan otomatis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" y="3840480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9525">
            <a:solidFill>
              <a:srgbClr val="D3DEE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0080" y="3840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"Sudah selesai" tanpa bukti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959352" y="4059936"/>
            <a:ext cx="34747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9" name="Shape 24"/>
          <p:cNvSpPr/>
          <p:nvPr/>
        </p:nvSpPr>
        <p:spPr>
          <a:xfrm>
            <a:off x="4389120" y="3840480"/>
            <a:ext cx="42976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26280" y="39684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3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41" y="4065057"/>
            <a:ext cx="209215" cy="20921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074920" y="38404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wajib diunggah dan diverifikasi pemberi tugas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Empat pintu masuk, satu mesin tugas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106424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489" y="1202985"/>
            <a:ext cx="209215" cy="2092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424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masuk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16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disposisi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17320" y="1627632"/>
            <a:ext cx="0" cy="21945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87752" y="1005840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1106424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41" y="120298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82112" y="10424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182112" y="1316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Direktur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47872" y="1627632"/>
            <a:ext cx="0" cy="21945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18304" y="1005840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28032" y="1106424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593" y="1202985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12664" y="10424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rapat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312664" y="1316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notulen disetujui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678424" y="1627632"/>
            <a:ext cx="0" cy="21945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48856" y="1005840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58584" y="1106424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45" y="1202985"/>
            <a:ext cx="209215" cy="20921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43216" y="10424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Penugasan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443216" y="1316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atasan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808976" y="1627632"/>
            <a:ext cx="0" cy="219456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457200" y="187452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· tenggat · kriteria selesai · pemeriksa (verifikator)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57200" y="2560320"/>
            <a:ext cx="1700784" cy="658368"/>
          </a:xfrm>
          <a:prstGeom prst="homePlate">
            <a:avLst/>
          </a:prstGeom>
          <a:solidFill>
            <a:srgbClr val="DCE8F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66928" y="2560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menerima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084832" y="2560320"/>
            <a:ext cx="1700784" cy="658368"/>
          </a:xfrm>
          <a:prstGeom prst="chevron">
            <a:avLst/>
          </a:prstGeom>
          <a:solidFill>
            <a:srgbClr val="DCE8F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2377440" y="2560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&amp; dilapor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3712464" y="2560320"/>
            <a:ext cx="1700784" cy="658368"/>
          </a:xfrm>
          <a:prstGeom prst="chevron">
            <a:avLst/>
          </a:prstGeom>
          <a:solidFill>
            <a:srgbClr val="DCE8F6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4005072" y="2560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+ bukti dikirim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340096" y="2560320"/>
            <a:ext cx="1700784" cy="658368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5632704" y="2560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Diverifikasi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967728" y="2560320"/>
            <a:ext cx="1700784" cy="658368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260336" y="2560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325880" y="2350008"/>
            <a:ext cx="0" cy="1828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40" name="Text 34"/>
          <p:cNvSpPr txBox="1"/>
          <p:nvPr/>
        </p:nvSpPr>
        <p:spPr>
          <a:xfrm>
            <a:off x="457200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 pemeriksa?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menjadi Perlu perbaikan; PIC memperbaiki lalu mengirim ulang.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57200" y="3749040"/>
            <a:ext cx="4754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9D7E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94360" y="3922776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3" name="Image 4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4023726"/>
            <a:ext cx="218724" cy="21872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143000" y="3749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E-Reminder setiap hari 07.00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H-2 · tanda terlambat · eskalasi ke atasan bila terlambat ≥ 3 hari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5394960" y="3749040"/>
            <a:ext cx="3291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9D7E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532120" y="39227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Image 5" descr="ik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070" y="4023726"/>
            <a:ext cx="218724" cy="21872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08076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terlihat di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Laporan · E-Arsip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Delapan status tugas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182880" cy="1828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124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penerimaan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550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Terbit, PIC belum menekan Terima tugas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97480" y="123444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124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dimulai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6550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Diterima, belum ada laporan progres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34440"/>
            <a:ext cx="182880" cy="182880"/>
          </a:xfrm>
          <a:prstGeom prst="ellipse">
            <a:avLst/>
          </a:prstGeom>
          <a:solidFill>
            <a:srgbClr val="0B6B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1124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550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mengerjakan dan melapor progres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234440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1124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Terhambat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6550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kendala; hambatan wajib ditulis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514600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24048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verifikasi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935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dan bukti menunggu pemeriksa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97480" y="2514600"/>
            <a:ext cx="182880" cy="1828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71800" y="24048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perbaikan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2935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Dikembalikan pemeriksa dengan alasan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514600"/>
            <a:ext cx="182880" cy="1828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74920" y="24048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2935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Disetujui pemeriksa (final)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2514600"/>
            <a:ext cx="182880" cy="1828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78040" y="24048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Dibatalkan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2935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Dibatalkan dengan alasan (final)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DECEC"/>
          </a:solidFill>
          <a:ln w="9525">
            <a:solidFill>
              <a:srgbClr val="F3C2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7" name="Image 0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995928"/>
            <a:ext cx="237744" cy="237744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18872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Terlambat bukan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Penanda: tenggat lewat, tugas belum Selesai/Dibatalkan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663440" y="3703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8F5EC"/>
          </a:solidFill>
          <a:ln w="9525">
            <a:solidFill>
              <a:srgbClr val="BFE0C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00600" y="3886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Image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3995928"/>
            <a:ext cx="237744" cy="237744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39496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belum tentu selesai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 hanya setelah pemeriksa menyetujui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Dua belas modul dalam satu aplikasi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1521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248705"/>
            <a:ext cx="209215" cy="2092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0704" y="11521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E-Surat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85216" y="16093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masuk &amp; keluar, nomor otomatis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02412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88336" y="11521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897" y="1248705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63824" y="11521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E-Disposisi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88336" y="16093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Arahan surat, bisa diteruskan berjenjang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02412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91456" y="11521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017" y="1248705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66944" y="11521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E-Instruksi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91456" y="16093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resmi berkode, status baca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66560" y="102412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894576" y="11521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137" y="1248705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0064" y="11521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E-Task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894576" y="16093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PIC, tenggat, bukti, verifikasi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221284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5216" y="23408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77" y="2437425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60704" y="23408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E-Monitoring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85216" y="27980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Progres, hambatan, kendali tugas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60320" y="221284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688336" y="23408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ik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897" y="2437425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163824" y="23408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E-Reminder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88336" y="27980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H-2 &amp; eskalasi otomatis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63440" y="221284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791456" y="23408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6" descr="ik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8017" y="2437425"/>
            <a:ext cx="209215" cy="20921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266944" y="23408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E-Agenda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791456" y="27980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Rapat, kegiatan, kalender Direktur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766560" y="221284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894576" y="23408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7" descr="ik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137" y="2437425"/>
            <a:ext cx="209215" cy="20921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370064" y="23408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E-Notulen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894576" y="27980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rapat &amp; butir keputusan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457200" y="340156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585216" y="35295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8" descr="ik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777" y="3626145"/>
            <a:ext cx="209215" cy="20921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060704" y="35295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E-Follow Up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585216" y="3986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 keputusan rapat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2560320" y="340156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2688336" y="35295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0" name="Image 9" descr="ik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4897" y="3626145"/>
            <a:ext cx="209215" cy="20921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3163824" y="35295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E-Arsip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2688336" y="3986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&amp; bukti, retensi 5 tahun</a:t>
            </a:r>
            <a:endParaRPr lang="en-US" sz="1100" dirty="0"/>
          </a:p>
        </p:txBody>
      </p:sp>
      <p:sp>
        <p:nvSpPr>
          <p:cNvPr id="53" name="Shape 41"/>
          <p:cNvSpPr/>
          <p:nvPr/>
        </p:nvSpPr>
        <p:spPr>
          <a:xfrm>
            <a:off x="4663440" y="340156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4791456" y="35295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5" name="Image 10" descr="ik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8017" y="3626145"/>
            <a:ext cx="209215" cy="20921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266944" y="35295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E-Reporting</a:t>
            </a:r>
            <a:endParaRPr lang="en-US" sz="1300" dirty="0"/>
          </a:p>
        </p:txBody>
      </p:sp>
      <p:sp>
        <p:nvSpPr>
          <p:cNvPr id="57" name="Text 44"/>
          <p:cNvSpPr txBox="1"/>
          <p:nvPr/>
        </p:nvSpPr>
        <p:spPr>
          <a:xfrm>
            <a:off x="4791456" y="3986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unit, ekspor Excel/PDF</a:t>
            </a:r>
            <a:endParaRPr lang="en-US" sz="1100" dirty="0"/>
          </a:p>
        </p:txBody>
      </p:sp>
      <p:sp>
        <p:nvSpPr>
          <p:cNvPr id="58" name="Shape 45"/>
          <p:cNvSpPr/>
          <p:nvPr/>
        </p:nvSpPr>
        <p:spPr>
          <a:xfrm>
            <a:off x="6766560" y="3401568"/>
            <a:ext cx="192024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59" name="Shape 46"/>
          <p:cNvSpPr/>
          <p:nvPr/>
        </p:nvSpPr>
        <p:spPr>
          <a:xfrm>
            <a:off x="6894576" y="352958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0" name="Image 11" descr="ik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1137" y="3626145"/>
            <a:ext cx="209215" cy="209215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7370064" y="35295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62" name="Text 48"/>
          <p:cNvSpPr txBox="1"/>
          <p:nvPr/>
        </p:nvSpPr>
        <p:spPr>
          <a:xfrm>
            <a:off x="6894576" y="3986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kendali Direktur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Siapa melihat dan mengerjakan apa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61188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Tugas utama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yang terlihat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Instruksi, disposisi, verifikasi, pantau seluruh 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data, termasuk Rahasia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Wakil Direktur / Kepala Bidang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Teruskan disposisi, instruksi bidang, verifikasi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Bidang dan seluruh sub-unitnya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Kepala Unit / Instalasi / Seksi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 tugas ke staf, verifikasi, terima eskalasi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sendiri dan sub-unitnya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 / 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Terima tugas, lapor progres, unggah bukti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Tugas miliknya sendiri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Sekretaris 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 surat, instruksi atas nama, agenda, notulen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 &amp; disposisi non-Rahasia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Petugas Arsip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 surat, kelola E-Arsip, usulkan musnah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 &amp; arsip non-Rahasia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(SPI)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Periksa data dan 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non-Rahasia, hanya-baca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Organisasi dan Pengguna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operasional bila terlibat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Master Organisasi: dasar akses dan eskalasi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11668" cy="3520440"/>
          </a:xfrm>
          <a:prstGeom prst="rect">
            <a:avLst/>
          </a:prstGeom>
          <a:solidFill>
            <a:schemeClr val="bg1"/>
          </a:solidFill>
          <a:ln w="9525">
            <a:solidFill>
              <a:srgbClr val="C9D7E8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pic>
        <p:nvPicPr>
          <p:cNvPr id="4" name="Image 0" descr="Pohon Master Organisasi RSI Yatof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11668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1069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179576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52160" y="10241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komando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13716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Direktur → 3 Kepala Bidang → seksi → instalasi/sub-unit. Menentukan siapa melihat apa dan ke mana eskalasi dikirim.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5780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3500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52160" y="21945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Pengawasan &amp; komite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852160" y="25420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SPI, 9 komite, dan Casemix bukan bawahan bidang; tercatat sebagai koordinasi/pengawasan ke Direktur.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257800" y="3410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3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352044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852160" y="3364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dari salah ubah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852160" y="37124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tidak pernah dihapus, hanya dinonaktifkan dengan alasan; induk yang melingkar ditolak.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Input pegawai langsung di bidangnya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0149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tambah pengguna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307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unit di pohon Master Organisasi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8836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nama, login, kata sandi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1762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Kepala bila ia pimpinan unit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Jabatan, peran, atasan otomatis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terisi dari struktur; tetap bisa diubah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621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&amp; tambah lagi di unit ini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staf berikutnya di unit yang sama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06240" y="1005840"/>
            <a:ext cx="4480560" cy="2233525"/>
          </a:xfrm>
          <a:prstGeom prst="rect">
            <a:avLst/>
          </a:prstGeom>
          <a:solidFill>
            <a:schemeClr val="bg1"/>
          </a:solidFill>
          <a:ln w="9525">
            <a:solidFill>
              <a:srgbClr val="C9D7E8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pic>
        <p:nvPicPr>
          <p:cNvPr id="20" name="Image 0" descr="Form tambah pengguna dengan isian otomat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05840"/>
            <a:ext cx="4480560" cy="22335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Instruksi: satu perintah, banyak penerima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59667" cy="3520440"/>
          </a:xfrm>
          <a:prstGeom prst="rect">
            <a:avLst/>
          </a:prstGeom>
          <a:solidFill>
            <a:schemeClr val="bg1"/>
          </a:solidFill>
          <a:ln w="9525">
            <a:solidFill>
              <a:srgbClr val="C9D7E8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pic>
        <p:nvPicPr>
          <p:cNvPr id="4" name="Image 0" descr="Halaman instruksi dengan penerima dan tugas yang dihasilk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259667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05156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79392" y="121615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731" y="1321491"/>
            <a:ext cx="228234" cy="2282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79392" y="17465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otomatis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4279392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INS/2026/0001; isi terkunci setelah terbit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46520" y="105156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11112" y="121615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51" y="1321491"/>
            <a:ext cx="228234" cy="2282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11112" y="17465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per penerima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611112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instalasi, tiga tugas, tiga status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114800" y="278892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79392" y="295351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731" y="305885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79392" y="34838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baca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279392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Dibaca terisi saat PIC membuka tugasnya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46520" y="278892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11112" y="295351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451" y="3058851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611112" y="34838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 beralasan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6611112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Pembatalan ikut membatalkan tugas yang belum selesai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Hambatan terlihat, keputusan bisa diminta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94960" cy="3109557"/>
          </a:xfrm>
          <a:prstGeom prst="rect">
            <a:avLst/>
          </a:prstGeom>
          <a:solidFill>
            <a:schemeClr val="bg1"/>
          </a:solidFill>
          <a:ln w="9525">
            <a:solidFill>
              <a:srgbClr val="C9D7E8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pic>
        <p:nvPicPr>
          <p:cNvPr id="4" name="Image 0" descr="Detail tugas Terhambat dengan riwayat progres dan pengendali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394960" cy="31095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88136"/>
            <a:ext cx="182880" cy="18288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0" y="1024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3167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Terhambat + Terlambat 5 hari langsung tampil di atas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975104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1911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keputusan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203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menulis keputusan yang ia tunggu dari pimpinan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2862072"/>
            <a:ext cx="182880" cy="182880"/>
          </a:xfrm>
          <a:prstGeom prst="ellipse">
            <a:avLst/>
          </a:prstGeom>
          <a:solidFill>
            <a:srgbClr val="0B6B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2798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Pengendalian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pembaruan, ubah PIC/tenggat, atau batalkan — semua beralasan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26480" y="3749040"/>
            <a:ext cx="182880" cy="182880"/>
          </a:xfrm>
          <a:prstGeom prst="ellipse">
            <a:avLst/>
          </a:prstGeom>
          <a:solidFill>
            <a:srgbClr val="0B397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tercatat dan tidak bisa dihapus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Pengingat dan eskalasi berjalan sendiri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07.00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hari sistem memeriksa semua tenggat. Tidak ada pengingat ganda; berhenti saat tugas selesai.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11880" y="1828800"/>
            <a:ext cx="4526280" cy="0"/>
          </a:xfrm>
          <a:prstGeom prst="line">
            <a:avLst/>
          </a:prstGeom>
          <a:noFill/>
          <a:ln w="25400">
            <a:solidFill>
              <a:srgbClr val="9FB3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10712" y="1627632"/>
            <a:ext cx="402336" cy="402336"/>
          </a:xfrm>
          <a:prstGeom prst="ellipse">
            <a:avLst/>
          </a:prstGeom>
          <a:solidFill>
            <a:srgbClr val="0B6B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ke PIC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19472" y="1627632"/>
            <a:ext cx="402336" cy="402336"/>
          </a:xfrm>
          <a:prstGeom prst="ellipse">
            <a:avLst/>
          </a:prstGeom>
          <a:solidFill>
            <a:srgbClr val="0B39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Tenggat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28232" y="1627632"/>
            <a:ext cx="402336" cy="402336"/>
          </a:xfrm>
          <a:prstGeom prst="ellipse">
            <a:avLst/>
          </a:prstGeom>
          <a:solidFill>
            <a:srgbClr val="B4530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terlambat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36992" y="1627632"/>
            <a:ext cx="402336" cy="402336"/>
          </a:xfrm>
          <a:prstGeom prst="ellipse">
            <a:avLst/>
          </a:prstGeom>
          <a:solidFill>
            <a:srgbClr val="B91C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ke atasan langsung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08960" y="3063240"/>
            <a:ext cx="55778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32461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0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3355848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3886200" y="31546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mana eskalasi dikirim?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atasan langsung PIC (diisi otomatis dari Master Organisasi); bila kosong, ke kepala unit. Agenda rapat juga diingatkan H-1 dan hari-H.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Executive Dashboard: satu layar kendali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035040" cy="3062558"/>
          </a:xfrm>
          <a:prstGeom prst="rect">
            <a:avLst/>
          </a:prstGeom>
          <a:solidFill>
            <a:schemeClr val="bg1"/>
          </a:solidFill>
          <a:ln w="9525">
            <a:solidFill>
              <a:srgbClr val="C9D7E8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pic>
        <p:nvPicPr>
          <p:cNvPr id="4" name="Image 0" descr="Executive Dashboard Direkt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6035040" cy="30625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1024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status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3167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dimulai sampai Selesai, dengan penanda H-2 dan Terlambat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911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angkanya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2037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daftar tugas dengan filter yang sama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2798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unit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090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Persentase tepat waktu per unit dan tren mingguan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perhatian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977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tugas Terhambat dan agenda hari ini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Rute memahami alur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Login satu per satu dengan akun demo, cukup membaca. Mulai dari Auditor yang dijamin hanya-baca, lalu ikuti satu cerita dari Direktur sampai staf.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Rute belajar (1/2): login berurutan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88720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15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(SPI)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081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demo_bambang.supriyadi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24128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klik Terlambat; buka tugas Perbaikan AC dan audit trail-nya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075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002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Direktur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95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demo_ahmad.fauzi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91109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 troli emergensi (3 status), surat Rahasia, notulen rapat mutu, usulan musnah arsip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962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889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821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demo_siti.nurhaliza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7980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surat, instruksi atas nama Direktur, kalender agenda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85032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776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Kabid Pelayanan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069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demo_budi.santoso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68503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disposisi Direktur → Kabid → Manager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Rute belajar (2/2): login berurutan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887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15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IGD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081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demo_eko.saputra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24128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selesai lengkap dengan bukti dan verifikasi; penugasan ke staf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075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002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IGD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95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demo_fajar.nugroho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91109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tugas miliknya; Ns. Lina sebagai kolaborator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962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889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Kabid Keuangan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821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demo_hendro.kusumo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7980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Notulen menunggu persetujuannya; hasil yang dikembalikan untuk perbaikan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85032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3DE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97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8496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776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Arsip &amp; Admin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069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demo_rahayu.ningsih · demo_dimas.aditya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68503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E-Arsip dan retensi; menu Pengguna per bidang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Skenario demo langsung (10–15 menit)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051560"/>
                <a:gridCol w="402336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dilakukan di layar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untuk audiens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Tunjukkan pohon Master Organisasi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 menjadi dasar akses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Buat instruksi audit troli, tenggat 3 hari → Simpan draf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Perintah tercatat resmi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 penerima → Terbitkan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tugas per penerima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 notifikasi → Terima tugas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 tahu sudah dibaca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Laporkan progres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 tanpa ditanyakan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Unggah bukti → Kirim untuk verifikasi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 'sudah' tanpa bukti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Periksa bukti → Setujui &amp; tutup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Pemberi perintah yang menutup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→ klik kartu Selesai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Setiap angka bisa ditelusuri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→ Tampilkan → Excel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tanpa rekap manual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Akun demo untuk latihan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9525">
            <a:solidFill>
              <a:srgbClr val="F2D49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875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sandi semua akun: 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RSIYatofa-Demo2026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Nama pegawai fiktif; ganti sandi sebelum dibagikan luas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demo_ahmad.fauzi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H. Ahmad Fauzi, M.Kes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Sekretaris Direktur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demo_siti.nurhaliza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 Nurhaliza, A.Md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Kabid Pelayanan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demo_budi.santoso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Budi Santoso, 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Kabid Keuangan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demo_hendro.kusumo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Hendro Kusumo, SE, 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Kepala IGD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demo_eko.saputra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Eko Saputra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 IGD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demo_fajar.nugroho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Ns. Fajar Nugroho, S.Kep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Kepala Farmasi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demo_dian.purnamasari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apt. Dian Purnamasari, S.Farm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Petugas Arsip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demo_rahayu.ningsih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Rahayu Ningsih, A.Md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(Kepala SPI)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demo_bambang.supriyadi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Drs. Bambang Supriyadi, Ak.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demo_dimas.aditya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Dimas Aditya, S.Kom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Usulan langkah berikutnya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Untuk didiskusikan bersama Direktur dan pimpinan bidang.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9626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pegawai asli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diimpor ke unit masing-masing, menggantikan akun 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29626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unit percontohan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mis. Bidang Pelayanan, sebelum seluruh 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313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per peran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menu Panduan di aplikasi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8313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kata sandi demo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nonaktifkan akun demo sebelum go-live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SI Yatofa Navy">
  <a:themeElements>
    <a:clrScheme name="RSI Yatofa Navy">
      <a:dk1>
        <a:srgbClr val="14213D"/>
      </a:dk1>
      <a:lt1>
        <a:srgbClr val="FFFFFF"/>
      </a:lt1>
      <a:dk2>
        <a:srgbClr val="0B3976"/>
      </a:dk2>
      <a:lt2>
        <a:srgbClr val="EAF2FB"/>
      </a:lt2>
      <a:accent1>
        <a:srgbClr val="0B6BC4"/>
      </a:accent1>
      <a:accent2>
        <a:srgbClr val="15803D"/>
      </a:accent2>
      <a:accent3>
        <a:srgbClr val="B45309"/>
      </a:accent3>
      <a:accent4>
        <a:srgbClr val="B91C1C"/>
      </a:accent4>
      <a:accent5>
        <a:srgbClr val="0E7490"/>
      </a:accent5>
      <a:accent6>
        <a:srgbClr val="6D28D9"/>
      </a:accent6>
      <a:hlink>
        <a:srgbClr val="0B6BC4"/>
      </a:hlink>
      <a:folHlink>
        <a:srgbClr val="6D28D9"/>
      </a:folHlink>
    </a:clrScheme>
    <a:fontScheme name="RSI Yatofa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RSI Yatofa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Penggunaan E-Office RSI Yatofa</dc:title>
  <dc:subject>PptxGenJS Presentation</dc:subject>
  <dc:creator>Krisna Pranata</dc:creator>
  <cp:lastModifiedBy>Krisna Pranata</cp:lastModifiedBy>
  <cp:revision>1</cp:revision>
  <dcterms:created xsi:type="dcterms:W3CDTF">2026-10-30T05:13:13Z</dcterms:created>
  <dcterms:modified xsi:type="dcterms:W3CDTF">2026-10-30T05:13:13Z</dcterms:modified>
</cp:coreProperties>
</file>